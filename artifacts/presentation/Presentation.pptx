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f6f01b416a44e6" /><Relationship Type="http://schemas.openxmlformats.org/officeDocument/2006/relationships/extended-properties" Target="/docProps/app.xml" Id="Re17768e26a4e41b8" /><Relationship Type="http://schemas.openxmlformats.org/officeDocument/2006/relationships/officeDocument" Target="/ppt/presentation.xml" Id="R75bf9c79dce641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1520563d054ba6"/>
  </p:sldMasterIdLst>
  <p:notesMasterIdLst>
    <p:notesMasterId xmlns:r="http://schemas.openxmlformats.org/officeDocument/2006/relationships" r:id="R63d27d2a2b9a4fd3"/>
  </p:notesMasterIdLst>
  <p:sldIdLst>
    <p:sldId xmlns:r="http://schemas.openxmlformats.org/officeDocument/2006/relationships" id="256" r:id="R63c821c0769f459e"/>
    <p:sldId xmlns:r="http://schemas.openxmlformats.org/officeDocument/2006/relationships" id="257" r:id="Rc1b9b9bf407c4c18"/>
    <p:sldId xmlns:r="http://schemas.openxmlformats.org/officeDocument/2006/relationships" id="258" r:id="R65fb15985a4748d7"/>
    <p:sldId xmlns:r="http://schemas.openxmlformats.org/officeDocument/2006/relationships" id="259" r:id="Ra2a6cdfd001e4945"/>
    <p:sldId xmlns:r="http://schemas.openxmlformats.org/officeDocument/2006/relationships" id="260" r:id="R47d69629940f417a"/>
    <p:sldId xmlns:r="http://schemas.openxmlformats.org/officeDocument/2006/relationships" id="261" r:id="R352076aa94ea4a2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a716f067a54692" /><Relationship Type="http://schemas.openxmlformats.org/officeDocument/2006/relationships/slideMaster" Target="/ppt/slideMasters/slideMaster1.xml" Id="Rd41520563d054ba6" /><Relationship Type="http://schemas.openxmlformats.org/officeDocument/2006/relationships/notesMaster" Target="/ppt/notesMasters/notesMaster1.xml" Id="R63d27d2a2b9a4fd3" /><Relationship Type="http://schemas.openxmlformats.org/officeDocument/2006/relationships/presProps" Target="/ppt/presProps.xml" Id="R57291272606b4cb5" /><Relationship Type="http://schemas.openxmlformats.org/officeDocument/2006/relationships/tableStyles" Target="/ppt/tableStyles.xml" Id="R5b00ac8465e44478" /><Relationship Type="http://schemas.openxmlformats.org/officeDocument/2006/relationships/slide" Target="/ppt/slides/slide1.xml" Id="R63c821c0769f459e" /><Relationship Type="http://schemas.openxmlformats.org/officeDocument/2006/relationships/slide" Target="/ppt/slides/slide2.xml" Id="Rc1b9b9bf407c4c18" /><Relationship Type="http://schemas.openxmlformats.org/officeDocument/2006/relationships/slide" Target="/ppt/slides/slide3.xml" Id="R65fb15985a4748d7" /><Relationship Type="http://schemas.openxmlformats.org/officeDocument/2006/relationships/slide" Target="/ppt/slides/slide4.xml" Id="Ra2a6cdfd001e4945" /><Relationship Type="http://schemas.openxmlformats.org/officeDocument/2006/relationships/slide" Target="/ppt/slides/slide5.xml" Id="R47d69629940f417a" /><Relationship Type="http://schemas.openxmlformats.org/officeDocument/2006/relationships/slide" Target="/ppt/slides/slide6.xml" Id="R352076aa94ea4a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169c8f699142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d19829c7aa49d6" /><Relationship Type="http://schemas.openxmlformats.org/officeDocument/2006/relationships/notesMaster" Target="/ppt/notesMasters/notesMaster1.xml" Id="R5fcb96b0748242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10abbff1b94278" /><Relationship Type="http://schemas.openxmlformats.org/officeDocument/2006/relationships/notesMaster" Target="/ppt/notesMasters/notesMaster1.xml" Id="R8c08ec5462314e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42ce11200643d8" /><Relationship Type="http://schemas.openxmlformats.org/officeDocument/2006/relationships/notesMaster" Target="/ppt/notesMasters/notesMaster1.xml" Id="Rc979384cb9d244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ba7e8e30c74e80" /><Relationship Type="http://schemas.openxmlformats.org/officeDocument/2006/relationships/notesMaster" Target="/ppt/notesMasters/notesMaster1.xml" Id="R6f1efbbb1f6244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7651def12a4a5b" /><Relationship Type="http://schemas.openxmlformats.org/officeDocument/2006/relationships/notesMaster" Target="/ppt/notesMasters/notesMaster1.xml" Id="Rb53b6e6e8f654b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d8c17a7c404817" /><Relationship Type="http://schemas.openxmlformats.org/officeDocument/2006/relationships/notesMaster" Target="/ppt/notesMasters/notesMaster1.xml" Id="R0ae0487bd0cc45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docs/srs/SRS.md; docs/reports/code-freeze.md. Group number 89 supplied by the user. Full frozen SHA: 4d3508db0447a3ac6346a2a2789da89208f88fd5. Speaker: MEMBER_A.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docs/srs/SRS.md FR-03, FR-09; docs/manuals/User_Manual.md §§3–4; media/demo/demo-expected-output.txt. Speaker: MEMBER_A.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docs/srs/SRS.md FR-26, FR-28, FR-29, FR-31, FR-33, FR-34, FR-36; docs/manuals/User_Manual.md §5; frozen src/model/search.py. Speaker: MEMBER_B.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docs/srs/SRS.md FR-27 and FR-39; media/demo/demo-expected-output.txt; docs/manuals/User_Manual.md §8. Speaker: MEMBER_C.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docs/design/Design_Document.md §§2–3 and its architecture diagram; frozen src/main.py, src/controller/cli.py, src/model, src/storage/pim_file.py. Speaker: MEMBER_D.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docs/reports/integration-test-log.md, docs/reports/code-freeze.md, docs/reports/model-coverage-raw.txt and Test_Coverage.md. Speaker: MEMBER_D. Python 3.11 remains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dae91336324e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f2ad77449f42dc" /><Relationship Type="http://schemas.openxmlformats.org/officeDocument/2006/relationships/slideLayout" Target="/ppt/slideLayouts/slideLayout1.xml" Id="Rbc64c00c324a44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64c00c324a44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0388e2280e499f" /><Relationship Type="http://schemas.openxmlformats.org/officeDocument/2006/relationships/notesSlide" Target="/ppt/notesSlides/notesSlide1.xml" Id="R57f97c53e81242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0d80c8a9c4db2" /><Relationship Type="http://schemas.openxmlformats.org/officeDocument/2006/relationships/notesSlide" Target="/ppt/notesSlides/notesSlide2.xml" Id="R6d75360918e947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fdf9d62f540df" /><Relationship Type="http://schemas.openxmlformats.org/officeDocument/2006/relationships/notesSlide" Target="/ppt/notesSlides/notesSlide3.xml" Id="R5d25d40dfc5647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a2aed9957410a" /><Relationship Type="http://schemas.openxmlformats.org/officeDocument/2006/relationships/notesSlide" Target="/ppt/notesSlides/notesSlide4.xml" Id="Rfe03a53bc59a40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35241823d04b5e" /><Relationship Type="http://schemas.openxmlformats.org/officeDocument/2006/relationships/image" Target="/ppt/media/image.png" Id="R96903c17952c4014" /><Relationship Type="http://schemas.openxmlformats.org/officeDocument/2006/relationships/notesSlide" Target="/ppt/notesSlides/notesSlide5.xml" Id="R10c89085f3af49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f1af0f75c4147" /><Relationship Type="http://schemas.openxmlformats.org/officeDocument/2006/relationships/notesSlide" Target="/ppt/notesSlides/notesSlide6.xml" Id="Ra86080187814452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7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7C9B6-637B-4087-9D7A-869C9692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6350"/>
            <a:ext cx="1019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Personal Information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Management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8BEF9-9FC0-43C6-BF19-213D805E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05175"/>
            <a:ext cx="10096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AF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AF1"/>
                </a:solidFill>
                <a:latin typeface="Arial"/>
                <a:ea typeface="Arial"/>
                <a:cs typeface="Arial"/>
              </a:rPr>
              <a:t>A local command-line PIM for notes, tasks, events and contacts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2636F1-CDED-4296-95F6-7597DED4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72100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COMP3211  ·  Group 89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644E14-CDEA-4140-8486-F870D76A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4835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9CBD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BD7"/>
                </a:solidFill>
                <a:latin typeface="Arial"/>
                <a:ea typeface="Arial"/>
                <a:cs typeface="Arial"/>
              </a:rPr>
              <a:t>Frozen implementation  ·  4d3508d</a:t>
            </a:r>
          </a:p>
        </p:txBody>
      </p:sp>
    </p:spTree>
    <p:extLst>
      <p:ext uri="{BB962C8B-B14F-4D97-AF65-F5344CB8AC3E}">
        <p14:creationId xmlns:p14="http://schemas.microsoft.com/office/powerpoint/2010/main" val="18653932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554C6-CDE5-4680-811B-DBFD01A5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Creating a PIR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C0A09-1EB3-4D04-BF8A-6C478156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02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6E73E4-E7E8-4480-9108-5D03B002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38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FR-03  /  Task fields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AB0F6-7A45-4843-9737-0572636F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47850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A task needs a description and a local deadline.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3845C-9363-4AC8-81BA-9B1668F7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3367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COMMAND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254A11-E970-444E-83A6-06CF621A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337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add task "draft" "2026-10-01 09:00"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3C319-9240-41AA-9D34-2C928A38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100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OBSERVED IN THE FROZEN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98A02-8F8D-4430-A0C8-8BEC401D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62475"/>
            <a:ext cx="108108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Created task 2</a:t>
            </a:r>
          </a:p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id: 2</a:t>
            </a:r>
          </a:p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type: task</a:t>
            </a:r>
          </a:p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description: draft</a:t>
            </a:r>
          </a:p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deadline: 2026-10-01 09:00</a:t>
            </a:r>
          </a:p>
        </p:txBody>
      </p:sp>
    </p:spTree>
    <p:extLst>
      <p:ext uri="{BB962C8B-B14F-4D97-AF65-F5344CB8AC3E}">
        <p14:creationId xmlns:p14="http://schemas.microsoft.com/office/powerpoint/2010/main" val="2209335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6C324A-FA2C-46B2-AA95-1680300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Defining a search criterion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A3CFE-BA16-4DFC-B6EE-DFBDE8FD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03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D5AB5-D5BC-4100-B2E2-9C19CB4E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1922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FR-26  /  One search command defines and runs the criterion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9C131-A327-41FA-996D-76577166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145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search (type = "task" &amp;&amp; deadline &lt; "2026-10-02 00:00")</a:t>
            </a:r>
          </a:p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       || text contains "memo"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25033-F8B7-4D77-9AEC-A8D66BA8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1950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Parentheses group the task and deadline test.</a:t>
            </a:r>
          </a:p>
          <a:p xmlns:a="http://schemas.openxmlformats.org/drawingml/2006/main">
            <a:pPr>
              <a:defRPr sz="20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&amp;&amp; requires both conditions; || accepts either branch.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2E268-B43F-4091-BCEA-BDEF9505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24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Quoted literals are required. The parser builds criterion objects; it does not run Python input.</a:t>
            </a:r>
          </a:p>
        </p:txBody>
      </p:sp>
    </p:spTree>
    <p:extLst>
      <p:ext uri="{BB962C8B-B14F-4D97-AF65-F5344CB8AC3E}">
        <p14:creationId xmlns:p14="http://schemas.microsoft.com/office/powerpoint/2010/main" val="12593972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D37CA9-CDC1-4EB1-8E40-34716F67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Searching for PIRs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929AA-950C-4212-9008-F1666F81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04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D874-EFD4-4289-B07E-5EF7C5C9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00175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FR-27  /  Evaluate against the current collection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12539D-A775-450F-BF01-EF7C1BFA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288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The compound criterion matches two of the four records: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40B1A-AA4F-458A-AAB7-CB0D7843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9850"/>
            <a:ext cx="94773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1  |  note  |  memo</a:t>
            </a:r>
          </a:p>
          <a:p xmlns:a="http://schemas.openxmlformats.org/drawingml/2006/main">
            <a:pPr>
              <a:defRPr sz="24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2  |  task  | 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AC5C7-97FC-4D0F-97BE-FF57F761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386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FR-39  /  Results appear in increasing ID order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2E9A4-5760-46EA-AC6F-F83D0E11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81525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After updating task 2 and deleting note 1, a saved snapshot restores three records. The next new note receives ID 5.</a:t>
            </a:r>
          </a:p>
        </p:txBody>
      </p:sp>
    </p:spTree>
    <p:extLst>
      <p:ext uri="{BB962C8B-B14F-4D97-AF65-F5344CB8AC3E}">
        <p14:creationId xmlns:p14="http://schemas.microsoft.com/office/powerpoint/2010/main" val="6685441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C840C-20E1-406B-93BC-D02B272D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Architecture and components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44750-236E-4B84-8081-BA6537F8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05  /  06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03c17952c4014"/>
          <a:stretch xmlns:a="http://schemas.openxmlformats.org/drawingml/2006/main"/>
        </p:blipFill>
        <p:spPr>
          <a:xfrm xmlns:a="http://schemas.openxmlformats.org/drawingml/2006/main">
            <a:off x="905571" y="1362075"/>
            <a:ext cx="3037083" cy="46863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7BE06-C819-44B1-9ABD-97A4EA89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5621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CommandController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AF068-E372-417A-A6D3-FFE435472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952625"/>
            <a:ext cx="6477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Terminal commands and output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A646E8-40B7-475A-824E-3C5FD0A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2415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PIMManager +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7F146-178B-4D35-AF10-135CC07D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05150"/>
            <a:ext cx="6524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Records, ID allocation, validation and search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C10B9B-A6D7-4ED3-98FE-9452C31D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181475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storage.pim_file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0BA97-3B6A-4A3C-A708-77365391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572000"/>
            <a:ext cx="655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Versioned .pim save and fully validated 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31CF7-55D5-4A68-A1DB-21EBF832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514975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The model has no terminal or file I/O.</a:t>
            </a:r>
          </a:p>
        </p:txBody>
      </p:sp>
    </p:spTree>
    <p:extLst>
      <p:ext uri="{BB962C8B-B14F-4D97-AF65-F5344CB8AC3E}">
        <p14:creationId xmlns:p14="http://schemas.microsoft.com/office/powerpoint/2010/main" val="2839416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3BCFFC-CF7F-482A-A4C6-3CB51EA8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Lesson from unit testing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CEBB6-E538-4CDF-B5D8-861F87F2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06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50273-5F34-4647-89C0-48EF1BCA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FINDING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03274-29BB-4D48-A8A6-7809BCCD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38325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Deep valid search expressions exceeded Python's recursion limit.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9B7BE-6E2E-4CBF-A511-D0C310A3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05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CHANGE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43201-9D54-46BB-998D-7DCF1B5B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6707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Regression tests led to iterative parsing and evaluation.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319A8F-F8AE-44FC-A59C-A118403C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43400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WP04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E52B1-4B47-4DCD-98AA-9B282EA6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2440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33 tests passed  ·  411/430 model lines covered  ·  95.58%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F6526-6B30-486C-801D-7806B992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8165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Python 3.11 is a target that has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9643324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2026-09-30T07:39:37.0940000Z</dcterms:created>
  <dcterms:modified xsi:type="dcterms:W3CDTF">2026-09-30T07:39:37.0940000Z</dcterms:modified>
</coreProperties>
</file>